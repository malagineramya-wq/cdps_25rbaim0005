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CC"/>
                </a:solidFill>
              </a:rPr>
              <a:t>Software Development Lifecycle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E293B"/>
                </a:solidFill>
              </a:rPr>
              <a:t>Shopping Billing Cart</a:t>
            </a:r>
            <a:endParaRPr lang="en-US" sz="6000" b="1" dirty="0">
              <a:solidFill>
                <a:srgbClr val="1E293B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" name="Text Box 5"/>
          <p:cNvSpPr txBox="1"/>
          <p:nvPr/>
        </p:nvSpPr>
        <p:spPr>
          <a:xfrm>
            <a:off x="2286000" y="2279650"/>
            <a:ext cx="4572000" cy="7004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1E293B"/>
                </a:solidFill>
                <a:sym typeface="+mn-ea"/>
              </a:rPr>
              <a:t>• Cart Management    • Secure Payments   Order Processing</a:t>
            </a:r>
            <a:endParaRPr lang="en-US" dirty="0">
              <a:solidFill>
                <a:srgbClr val="1E293B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729230" y="3458845"/>
            <a:ext cx="3048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TEAM MEMBERS:</a:t>
            </a:r>
            <a:endParaRPr lang="en-US"/>
          </a:p>
          <a:p>
            <a:r>
              <a:rPr lang="en-US"/>
              <a:t>1.S.Hasini - 25RBAIM0060</a:t>
            </a:r>
            <a:endParaRPr lang="en-US"/>
          </a:p>
          <a:p>
            <a:r>
              <a:rPr lang="en-US"/>
              <a:t>2.M.Ramyasri - 25RBAIN0005</a:t>
            </a:r>
            <a:endParaRPr lang="en-US"/>
          </a:p>
          <a:p>
            <a:r>
              <a:rPr lang="en-US"/>
              <a:t>3.Y.Samitha - 25RBAIM0046</a:t>
            </a:r>
            <a:endParaRPr lang="en-US"/>
          </a:p>
          <a:p>
            <a:r>
              <a:rPr lang="en-US"/>
              <a:t>4.D.Sneha - 25RBAIM0043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Phase 1: Requirements Gathering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Understanding what the system needs to accomplish through stakeholder interviews, market research, and technical feasibility analysis.</a:t>
            </a:r>
            <a:endParaRPr lang="en-US" sz="1400" dirty="0">
              <a:solidFill>
                <a:srgbClr val="64748B"/>
              </a:solidFill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41148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6CC"/>
                </a:solidFill>
              </a:rPr>
              <a:t>Functional Requirements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41148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User Authentication - Secure login, registration, and session </a:t>
            </a:r>
            <a:r>
              <a:rPr lang="en-US" sz="1200" dirty="0">
                <a:solidFill>
                  <a:srgbClr val="1E293B"/>
                </a:solidFill>
                <a:sym typeface="+mn-ea"/>
              </a:rPr>
              <a:t>management</a:t>
            </a:r>
            <a:endParaRPr lang="en-US" sz="1200" dirty="0"/>
          </a:p>
          <a:p>
            <a:pPr marL="0" indent="0">
              <a:buNone/>
            </a:pPr>
            <a:endParaRPr lang="en-US" sz="12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Product Catalog - Browse, search, and filter products with categories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Payment Integration - Multiple payment gateways with secure transactions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2011680"/>
            <a:ext cx="41148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300"/>
                </a:solidFill>
              </a:rPr>
              <a:t>Non-Functional Requirements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2468880"/>
            <a:ext cx="41148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1E293B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Performance - Page load time &lt; 3 seconds, 99.9% uptime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Scalability - Handle 10,000+ concurrent users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Responsive - Mobile-first design for all devices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Phase 2: System Designing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Creating blueprints for both the visual interface and technical architecture to ensure a cohesive, scalable solution.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27432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6CC"/>
                </a:solidFill>
              </a:rPr>
              <a:t>UI/UX 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27432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E293B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Wireframes &amp; Mockups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User Flow Diagrams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Prototyping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Accessibility Standards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0" y="2011680"/>
            <a:ext cx="27432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6CC"/>
                </a:solidFill>
              </a:rPr>
              <a:t>System 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2468880"/>
            <a:ext cx="27432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E293B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Microservices Design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API Gateway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Load Balancing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Caching Strategy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2011680"/>
            <a:ext cx="27432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6CC"/>
                </a:solidFill>
              </a:rPr>
              <a:t>Database Schema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0" y="2468880"/>
            <a:ext cx="27432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E293B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Entity Relationships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Normalization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Indexing Strategy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Data Migration Plan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Phase 3: Development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Building the application with modern technologies, following best practices for code quality, security, and maintainability.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41148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6CC"/>
                </a:solidFill>
              </a:rPr>
              <a:t>Technology Stack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41148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Frontend: React/Vue.js, TypeScript, Tailwind CSS, Redux/Zustand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Backend: Node.js/Python, REST/GraphQL, JWT Auth, WebSockets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Database: PostgreSQL, Redis Cache, Elasticsearch, MongoDB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2011680"/>
            <a:ext cx="41148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300"/>
                </a:solidFill>
              </a:rPr>
              <a:t>Core Modules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2468880"/>
            <a:ext cx="41148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sym typeface="+mn-ea"/>
              </a:rPr>
              <a:t>• Authentication Module</a:t>
            </a:r>
            <a:endParaRPr lang="en-US" sz="1100" dirty="0">
              <a:solidFill>
                <a:srgbClr val="1E293B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Cart Service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Payment Gateway Integration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Order Management System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Development Practices: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Agile/Scrum with 2-week sprints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Code reviews and pair programming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CI/CD pipeline with automated builds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Phase 4: Testing &amp; QA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Comprehensive testing strategy to ensure reliability, security, and optimal performance across all system components.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54864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1E293B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Unit Testing (85% coverage) - Individual component and function testing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Integration Testing (75%) - API and service interaction testing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E2E Testing (60%) - Full user journey simulation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Performance Testing - Stress testing and benchmarks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Security Testing (OWASP) - Vulnerability scanning and pen testing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UAT - User acceptance and beta testing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</a:rPr>
              <a:t>Testing Tools: Jest, Cypress, Playwright, k6, OWASP ZAP, Postman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Phase 5: Deployment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Releasing the application to production with zero downtime deployment strategies and robust infrastructure.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CC"/>
                </a:solidFill>
              </a:rPr>
              <a:t>Deployment Pipeline: Development (Local) → Staging (Pre-prod) → Production (Live)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1E293B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CI/CD Pipeline - Automated builds, tests, and deployments with GitHub Actions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Cloud Infrastructure - AWS/GCP with auto-scaling and load balancing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Security Measures - SSL certificates, WAF, and DDoS protection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Blue-Green Deployment - Zero-downtime deployments with instant rollback capability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Phase 6: Maintenance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Ongoing support and optimization to ensure the system remains secure, performant, and aligned with evolving business needs.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6CC"/>
                </a:solidFill>
              </a:rPr>
              <a:t>Key Performance Indicators: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300"/>
                </a:solidFill>
              </a:rPr>
              <a:t>Uptime: 99.9%    |    MTTR: &lt;1hr    |    Response Time: &lt;200ms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Monitoring &amp; Logging: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Real-time dashboards, Error tracking, Performance metrics, User analytics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Regular Updates: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Security patches, Dependency updates, Feature enhancements, Bug fixes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Health Checks: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Uptime monitoring, Database optimization, Cache invalidation, Backup verification</a:t>
            </a:r>
            <a:endParaRPr lang="en-US" sz="1100" dirty="0"/>
          </a:p>
        </p:txBody>
      </p:sp>
      <p:sp>
        <p:nvSpPr>
          <p:cNvPr id="7" name="Text Box 6"/>
          <p:cNvSpPr txBox="1"/>
          <p:nvPr/>
        </p:nvSpPr>
        <p:spPr>
          <a:xfrm>
            <a:off x="2411095" y="4358005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YOU!</a:t>
            </a:r>
            <a:endParaRPr lang="en-US" sz="280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3374</Words>
  <Application>WPS Presentation</Application>
  <PresentationFormat>On-screen Show (16:9)</PresentationFormat>
  <Paragraphs>163</Paragraphs>
  <Slides>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Microsoft YaHei</vt:lpstr>
      <vt:lpstr>Arial Unicode MS</vt:lpstr>
      <vt:lpstr>江城圆体 400W</vt:lpstr>
      <vt:lpstr>Charis SIL</vt:lpstr>
      <vt:lpstr>Segoe Print</vt:lpstr>
      <vt:lpstr>Crimson Text SemiBold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Shopping Billing Cart - SDLC Overview</dc:title>
  <dc:creator>Shopping Billing Cart Presentation</dc:creator>
  <dc:subject>Software Development Lifecycle</dc:subject>
  <cp:lastModifiedBy>Samitha reddy Yennam</cp:lastModifiedBy>
  <cp:revision>2</cp:revision>
  <dcterms:created xsi:type="dcterms:W3CDTF">2025-12-30T08:45:00Z</dcterms:created>
  <dcterms:modified xsi:type="dcterms:W3CDTF">2025-12-30T09:11:19Z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B9FA29013A144F1EB284F0BE9C73C25B_13</vt:lpwstr>
  </property>
  <property fmtid="{D5CDD505-2E9C-101B-9397-08002B2CF9AE}" pid="3" name="KSOProductBuildVer">
    <vt:lpwstr>1033-12.2.0.23196</vt:lpwstr>
  </property>
</Properties>
</file>